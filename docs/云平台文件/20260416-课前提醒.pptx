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3"/>
    <p:sldId id="258" r:id="rId4"/>
    <p:sldId id="260" r:id="rId5"/>
    <p:sldId id="259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400">
                <a:effectLst/>
                <a:sym typeface="+mn-ea"/>
              </a:rPr>
              <a:t>关于期中考试</a:t>
            </a:r>
            <a:endParaRPr lang="zh-CN" altLang="en-US" sz="4400">
              <a:effectLst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665"/>
              <a:t>期中考试时间：</a:t>
            </a:r>
            <a:r>
              <a:rPr lang="en-US" altLang="zh-CN" sz="2665"/>
              <a:t>4</a:t>
            </a:r>
            <a:r>
              <a:rPr lang="zh-CN" altLang="en-US" sz="2665"/>
              <a:t>月</a:t>
            </a:r>
            <a:r>
              <a:rPr lang="en-US" altLang="zh-CN" sz="2665"/>
              <a:t>27-30</a:t>
            </a:r>
            <a:r>
              <a:rPr lang="zh-CN" altLang="en-US" sz="2665"/>
              <a:t>日晚上（具体时间和地点待定）</a:t>
            </a:r>
            <a:endParaRPr lang="zh-CN" altLang="en-US" sz="2665"/>
          </a:p>
          <a:p>
            <a:pPr lvl="0"/>
            <a:r>
              <a:rPr lang="zh-CN" altLang="en-US" sz="2665"/>
              <a:t>期中考试形式：开卷</a:t>
            </a:r>
            <a:endParaRPr lang="zh-CN" altLang="en-US" sz="2665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400">
                <a:effectLst/>
                <a:sym typeface="+mn-ea"/>
              </a:rPr>
              <a:t>关于课程大作业</a:t>
            </a:r>
            <a:endParaRPr lang="zh-CN" altLang="en-US" sz="4400">
              <a:effectLst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z="2800"/>
              <a:t>一共</a:t>
            </a:r>
            <a:r>
              <a:rPr lang="en-US" altLang="zh-CN" sz="2800"/>
              <a:t>3</a:t>
            </a:r>
            <a:r>
              <a:rPr lang="zh-CN" altLang="en-US" sz="2800"/>
              <a:t>个题目，分别针对同一项目的</a:t>
            </a:r>
            <a:r>
              <a:rPr lang="en-US" altLang="zh-CN" sz="2800"/>
              <a:t>3</a:t>
            </a:r>
            <a:r>
              <a:rPr lang="zh-CN" altLang="en-US" sz="2800"/>
              <a:t>个关键阶段</a:t>
            </a:r>
            <a:endParaRPr lang="zh-CN" altLang="en-US" sz="2800"/>
          </a:p>
          <a:p>
            <a:pPr lvl="1"/>
            <a:r>
              <a:rPr lang="zh-CN" altLang="en-US" sz="2520"/>
              <a:t>第</a:t>
            </a:r>
            <a:r>
              <a:rPr lang="en-US" altLang="zh-CN" sz="2520"/>
              <a:t>1</a:t>
            </a:r>
            <a:r>
              <a:rPr lang="zh-CN" altLang="en-US" sz="2520"/>
              <a:t>次题目：需求分析</a:t>
            </a:r>
            <a:endParaRPr lang="zh-CN" altLang="en-US" sz="2520"/>
          </a:p>
          <a:p>
            <a:pPr lvl="1"/>
            <a:r>
              <a:rPr lang="zh-CN" altLang="en-US" sz="2520"/>
              <a:t>第</a:t>
            </a:r>
            <a:r>
              <a:rPr lang="en-US" altLang="zh-CN" sz="2520"/>
              <a:t>2</a:t>
            </a:r>
            <a:r>
              <a:rPr lang="zh-CN" altLang="en-US" sz="2520"/>
              <a:t>次题目：设计</a:t>
            </a:r>
            <a:endParaRPr lang="zh-CN" altLang="en-US" sz="2520"/>
          </a:p>
          <a:p>
            <a:pPr lvl="1"/>
            <a:r>
              <a:rPr lang="zh-CN" altLang="en-US" sz="2520"/>
              <a:t>第</a:t>
            </a:r>
            <a:r>
              <a:rPr lang="en-US" altLang="zh-CN" sz="2520"/>
              <a:t>3</a:t>
            </a:r>
            <a:r>
              <a:rPr lang="zh-CN" altLang="en-US" sz="2520"/>
              <a:t>次题目：实现（与测试）</a:t>
            </a:r>
            <a:endParaRPr lang="zh-CN" altLang="en-US" sz="2520"/>
          </a:p>
          <a:p>
            <a:pPr lvl="0"/>
            <a:r>
              <a:rPr lang="en-US" altLang="zh-CN" sz="2660"/>
              <a:t>3</a:t>
            </a:r>
            <a:r>
              <a:rPr lang="zh-CN" altLang="en-US" sz="2660"/>
              <a:t>个题目不是孤立的，是前后相继的</a:t>
            </a:r>
            <a:endParaRPr lang="zh-CN" altLang="en-US" sz="2660"/>
          </a:p>
          <a:p>
            <a:pPr lvl="1"/>
            <a:r>
              <a:rPr lang="zh-CN" altLang="en-US" sz="2390"/>
              <a:t>需求分析是设计的输入</a:t>
            </a:r>
            <a:endParaRPr lang="zh-CN" altLang="en-US" sz="2390"/>
          </a:p>
          <a:p>
            <a:pPr lvl="1"/>
            <a:r>
              <a:rPr lang="zh-CN" altLang="en-US" sz="2390"/>
              <a:t>设计是实现的输入</a:t>
            </a:r>
            <a:endParaRPr lang="zh-CN" altLang="en-US" sz="2390"/>
          </a:p>
          <a:p>
            <a:pPr lvl="1"/>
            <a:r>
              <a:rPr lang="zh-CN" altLang="en-US" sz="2390"/>
              <a:t>实现作为最终的验证</a:t>
            </a:r>
            <a:endParaRPr lang="zh-CN" altLang="en-US" sz="2390"/>
          </a:p>
          <a:p>
            <a:pPr lvl="2"/>
            <a:r>
              <a:rPr lang="zh-CN" altLang="en-US" sz="2125"/>
              <a:t>甚至会考虑在第</a:t>
            </a:r>
            <a:r>
              <a:rPr lang="en-US" altLang="zh-CN" sz="2125"/>
              <a:t>3</a:t>
            </a:r>
            <a:r>
              <a:rPr lang="zh-CN" altLang="en-US" sz="2125"/>
              <a:t>次题目中引入</a:t>
            </a:r>
            <a:r>
              <a:rPr lang="en-US" altLang="zh-CN" sz="2125"/>
              <a:t>“</a:t>
            </a:r>
            <a:r>
              <a:rPr lang="zh-CN" altLang="en-US" sz="2125"/>
              <a:t>跨组联调</a:t>
            </a:r>
            <a:r>
              <a:rPr lang="en-US" altLang="zh-CN" sz="2125"/>
              <a:t>”</a:t>
            </a:r>
            <a:r>
              <a:rPr lang="zh-CN" altLang="en-US" sz="2125"/>
              <a:t>模式</a:t>
            </a:r>
            <a:endParaRPr lang="zh-CN" altLang="en-US" sz="212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400">
                <a:effectLst/>
              </a:rPr>
              <a:t>组号</a:t>
            </a:r>
            <a:endParaRPr lang="zh-CN" altLang="en-US" sz="4400">
              <a:effectLst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47700" y="1825625"/>
            <a:ext cx="4857750" cy="4351655"/>
          </a:xfrm>
        </p:spPr>
        <p:txBody>
          <a:bodyPr>
            <a:normAutofit/>
          </a:bodyPr>
          <a:p>
            <a:r>
              <a:rPr lang="en-US" altLang="zh-CN"/>
              <a:t>09</a:t>
            </a:r>
            <a:r>
              <a:rPr lang="zh-CN" altLang="en-US"/>
              <a:t>班</a:t>
            </a:r>
            <a:endParaRPr lang="zh-CN" altLang="en-US"/>
          </a:p>
          <a:p>
            <a:pPr lvl="1"/>
            <a:r>
              <a:rPr lang="en-US" altLang="zh-CN"/>
              <a:t>0901 2023211275 </a:t>
            </a:r>
            <a:r>
              <a:rPr lang="zh-CN" altLang="en-US"/>
              <a:t>董嗣诚</a:t>
            </a:r>
            <a:r>
              <a:rPr lang="en-US" altLang="zh-CN"/>
              <a:t> </a:t>
            </a:r>
            <a:endParaRPr lang="en-US" altLang="zh-CN"/>
          </a:p>
          <a:p>
            <a:pPr lvl="1"/>
            <a:r>
              <a:rPr lang="en-US" altLang="zh-CN"/>
              <a:t>0902 2023211160 </a:t>
            </a:r>
            <a:r>
              <a:rPr lang="zh-CN" altLang="en-US"/>
              <a:t>田景超</a:t>
            </a:r>
            <a:endParaRPr lang="zh-CN" altLang="en-US"/>
          </a:p>
          <a:p>
            <a:pPr lvl="1"/>
            <a:r>
              <a:rPr lang="en-US" altLang="zh-CN"/>
              <a:t>0903 2023211157 </a:t>
            </a:r>
            <a:r>
              <a:rPr lang="zh-CN" altLang="en-US"/>
              <a:t>胡睿</a:t>
            </a:r>
            <a:endParaRPr lang="zh-CN" altLang="en-US"/>
          </a:p>
          <a:p>
            <a:pPr lvl="1"/>
            <a:r>
              <a:rPr lang="en-US" altLang="zh-CN"/>
              <a:t>0904 2023211150 </a:t>
            </a:r>
            <a:r>
              <a:rPr lang="zh-CN" altLang="en-US"/>
              <a:t>孙佳杰</a:t>
            </a:r>
            <a:endParaRPr lang="zh-CN" altLang="en-US"/>
          </a:p>
          <a:p>
            <a:pPr lvl="1"/>
            <a:r>
              <a:rPr lang="en-US" altLang="zh-CN"/>
              <a:t>0905 2023211146 </a:t>
            </a:r>
            <a:r>
              <a:rPr lang="zh-CN" altLang="en-US"/>
              <a:t>李竞恒</a:t>
            </a:r>
            <a:endParaRPr lang="zh-CN" altLang="en-US"/>
          </a:p>
          <a:p>
            <a:r>
              <a:rPr lang="en-US" altLang="zh-CN"/>
              <a:t>10</a:t>
            </a:r>
            <a:r>
              <a:rPr lang="zh-CN" altLang="en-US"/>
              <a:t>班</a:t>
            </a:r>
            <a:endParaRPr lang="zh-CN" altLang="en-US"/>
          </a:p>
          <a:p>
            <a:pPr lvl="1"/>
            <a:r>
              <a:rPr lang="en-US" altLang="zh-CN"/>
              <a:t>1001 2023211291 </a:t>
            </a:r>
            <a:r>
              <a:rPr lang="zh-CN" altLang="en-US"/>
              <a:t>李璇</a:t>
            </a:r>
            <a:r>
              <a:rPr lang="en-US" altLang="zh-CN"/>
              <a:t>	</a:t>
            </a:r>
            <a:endParaRPr lang="en-US" altLang="zh-CN"/>
          </a:p>
          <a:p>
            <a:pPr lvl="1"/>
            <a:r>
              <a:rPr lang="en-US" altLang="zh-CN"/>
              <a:t>1002 2023211183 </a:t>
            </a:r>
            <a:r>
              <a:rPr lang="zh-CN" altLang="en-US"/>
              <a:t>刘烨鑫</a:t>
            </a:r>
            <a:r>
              <a:rPr lang="en-US" altLang="zh-CN"/>
              <a:t>	</a:t>
            </a:r>
            <a:endParaRPr lang="en-US" altLang="zh-CN"/>
          </a:p>
          <a:p>
            <a:pPr lvl="1"/>
            <a:r>
              <a:rPr lang="en-US" altLang="zh-CN"/>
              <a:t>1003 2023211187 </a:t>
            </a:r>
            <a:r>
              <a:rPr lang="zh-CN" altLang="en-US"/>
              <a:t>朱宸谊</a:t>
            </a:r>
            <a:r>
              <a:rPr lang="en-US" altLang="zh-CN"/>
              <a:t>	</a:t>
            </a:r>
            <a:endParaRPr lang="en-US" altLang="zh-CN"/>
          </a:p>
          <a:p>
            <a:pPr lvl="1"/>
            <a:r>
              <a:rPr lang="en-US" altLang="zh-CN"/>
              <a:t>1004 2023211188 </a:t>
            </a:r>
            <a:r>
              <a:rPr lang="zh-CN" altLang="en-US"/>
              <a:t>贺鹏燕</a:t>
            </a:r>
            <a:r>
              <a:rPr lang="en-US" altLang="zh-CN"/>
              <a:t>	</a:t>
            </a:r>
            <a:endParaRPr lang="en-US" altLang="zh-CN"/>
          </a:p>
          <a:p>
            <a:pPr lvl="1"/>
            <a:r>
              <a:rPr lang="en-US" altLang="zh-CN"/>
              <a:t>1005 2023211177 </a:t>
            </a:r>
            <a:r>
              <a:rPr lang="zh-CN" altLang="en-US"/>
              <a:t>谢康</a:t>
            </a:r>
            <a:r>
              <a:rPr lang="en-US" altLang="zh-CN"/>
              <a:t>	</a:t>
            </a:r>
            <a:endParaRPr lang="en-US" altLang="zh-CN"/>
          </a:p>
          <a:p>
            <a:pPr lvl="1"/>
            <a:r>
              <a:rPr lang="en-US" altLang="zh-CN"/>
              <a:t>1006 2023211300 </a:t>
            </a:r>
            <a:r>
              <a:rPr lang="zh-CN" altLang="en-US"/>
              <a:t>王琛</a:t>
            </a:r>
            <a:r>
              <a:rPr lang="en-US" altLang="zh-CN"/>
              <a:t>	</a:t>
            </a:r>
            <a:endParaRPr lang="en-US" altLang="zh-CN"/>
          </a:p>
        </p:txBody>
      </p:sp>
      <p:sp>
        <p:nvSpPr>
          <p:cNvPr id="6" name="内容占位符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403340" y="1825625"/>
            <a:ext cx="485775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11</a:t>
            </a:r>
            <a:r>
              <a:rPr lang="zh-CN" altLang="en-US"/>
              <a:t>班</a:t>
            </a:r>
            <a:endParaRPr lang="zh-CN" altLang="en-US"/>
          </a:p>
          <a:p>
            <a:pPr lvl="1"/>
            <a:r>
              <a:rPr lang="en-US" altLang="zh-CN"/>
              <a:t>1101 2023211193 </a:t>
            </a:r>
            <a:r>
              <a:rPr lang="zh-CN" altLang="en-US"/>
              <a:t>崔惟嘉</a:t>
            </a:r>
            <a:endParaRPr lang="zh-CN" altLang="en-US"/>
          </a:p>
          <a:p>
            <a:pPr lvl="1"/>
            <a:r>
              <a:rPr lang="en-US" altLang="zh-CN"/>
              <a:t>1102 2023211219 </a:t>
            </a:r>
            <a:r>
              <a:rPr lang="zh-CN" altLang="en-US"/>
              <a:t>吴安然</a:t>
            </a:r>
            <a:endParaRPr lang="zh-CN" altLang="en-US"/>
          </a:p>
          <a:p>
            <a:pPr lvl="1"/>
            <a:r>
              <a:rPr lang="en-US" altLang="zh-CN"/>
              <a:t>1103 2023211198 </a:t>
            </a:r>
            <a:r>
              <a:rPr lang="zh-CN" altLang="en-US"/>
              <a:t>杜昊阳</a:t>
            </a:r>
            <a:endParaRPr lang="zh-CN" altLang="en-US"/>
          </a:p>
          <a:p>
            <a:pPr lvl="1"/>
            <a:r>
              <a:rPr lang="en-US" altLang="zh-CN"/>
              <a:t>1104 2023211199 </a:t>
            </a:r>
            <a:r>
              <a:rPr lang="zh-CN" altLang="en-US"/>
              <a:t>金介然</a:t>
            </a:r>
            <a:endParaRPr lang="zh-CN" altLang="en-US"/>
          </a:p>
          <a:p>
            <a:pPr lvl="1"/>
            <a:r>
              <a:rPr lang="en-US" altLang="zh-CN"/>
              <a:t>1105 2023211214 </a:t>
            </a:r>
            <a:r>
              <a:rPr lang="zh-CN" altLang="en-US"/>
              <a:t>严漪硕</a:t>
            </a:r>
            <a:endParaRPr lang="zh-CN" altLang="en-US"/>
          </a:p>
          <a:p>
            <a:r>
              <a:rPr lang="en-US" altLang="zh-CN"/>
              <a:t>12</a:t>
            </a:r>
            <a:r>
              <a:rPr lang="zh-CN" altLang="en-US"/>
              <a:t>班</a:t>
            </a:r>
            <a:endParaRPr lang="zh-CN" altLang="en-US"/>
          </a:p>
          <a:p>
            <a:pPr lvl="1"/>
            <a:r>
              <a:rPr lang="en-US" altLang="zh-CN"/>
              <a:t>1201 2023211254 </a:t>
            </a:r>
            <a:r>
              <a:rPr lang="zh-CN" altLang="en-US"/>
              <a:t>李雨默</a:t>
            </a:r>
            <a:endParaRPr lang="zh-CN" altLang="en-US"/>
          </a:p>
          <a:p>
            <a:pPr lvl="1"/>
            <a:r>
              <a:rPr lang="en-US" altLang="zh-CN"/>
              <a:t>1202 2023212694 </a:t>
            </a:r>
            <a:r>
              <a:rPr lang="zh-CN" altLang="en-US"/>
              <a:t>勾禹元</a:t>
            </a:r>
            <a:endParaRPr lang="zh-CN" altLang="en-US"/>
          </a:p>
          <a:p>
            <a:pPr lvl="1"/>
            <a:r>
              <a:rPr lang="en-US" altLang="zh-CN"/>
              <a:t>1203 2023211233 </a:t>
            </a:r>
            <a:r>
              <a:rPr lang="zh-CN" altLang="en-US"/>
              <a:t>黄嘉宇</a:t>
            </a:r>
            <a:endParaRPr lang="zh-CN" altLang="en-US"/>
          </a:p>
          <a:p>
            <a:pPr lvl="1"/>
            <a:r>
              <a:rPr lang="en-US" altLang="zh-CN"/>
              <a:t>1204 2023211234 </a:t>
            </a:r>
            <a:r>
              <a:rPr lang="zh-CN" altLang="en-US"/>
              <a:t>程晨</a:t>
            </a:r>
            <a:endParaRPr lang="zh-CN" altLang="en-US"/>
          </a:p>
          <a:p>
            <a:pPr lvl="1"/>
            <a:r>
              <a:rPr lang="en-US" altLang="zh-CN"/>
              <a:t>1205 2023211227 </a:t>
            </a:r>
            <a:r>
              <a:rPr lang="zh-CN" altLang="en-US"/>
              <a:t>乔佳琳</a:t>
            </a:r>
            <a:endParaRPr lang="zh-CN" altLang="en-US"/>
          </a:p>
          <a:p>
            <a:pPr lvl="1"/>
            <a:r>
              <a:rPr lang="en-US" altLang="zh-CN"/>
              <a:t>1206 2023211290 </a:t>
            </a:r>
            <a:r>
              <a:rPr lang="zh-CN" altLang="en-US"/>
              <a:t>柳博文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400">
                <a:effectLst/>
                <a:sym typeface="+mn-ea"/>
              </a:rPr>
              <a:t>关于课程大作业的第</a:t>
            </a:r>
            <a:r>
              <a:rPr lang="en-US" altLang="zh-CN" sz="4400">
                <a:effectLst/>
                <a:sym typeface="+mn-ea"/>
              </a:rPr>
              <a:t>1</a:t>
            </a:r>
            <a:r>
              <a:rPr lang="zh-CN" altLang="en-US" sz="4400">
                <a:effectLst/>
                <a:sym typeface="+mn-ea"/>
              </a:rPr>
              <a:t>次题目</a:t>
            </a:r>
            <a:endParaRPr lang="zh-CN" altLang="en-US" sz="4400">
              <a:effectLst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 sz="2800"/>
              <a:t>第</a:t>
            </a:r>
            <a:r>
              <a:rPr lang="en-US" altLang="zh-CN" sz="2800"/>
              <a:t>7</a:t>
            </a:r>
            <a:r>
              <a:rPr lang="zh-CN" altLang="en-US" sz="2800"/>
              <a:t>周（</a:t>
            </a:r>
            <a:r>
              <a:rPr lang="en-US" altLang="zh-CN" sz="2800"/>
              <a:t>4</a:t>
            </a:r>
            <a:r>
              <a:rPr lang="zh-CN" altLang="en-US" sz="2800"/>
              <a:t>月</a:t>
            </a:r>
            <a:r>
              <a:rPr lang="en-US" altLang="zh-CN" sz="2800"/>
              <a:t>16</a:t>
            </a:r>
            <a:r>
              <a:rPr lang="zh-CN" altLang="en-US" sz="2800"/>
              <a:t>日）讲解示例</a:t>
            </a:r>
            <a:endParaRPr lang="zh-CN" altLang="en-US" sz="2800"/>
          </a:p>
          <a:p>
            <a:pPr lvl="0"/>
            <a:r>
              <a:rPr lang="zh-CN" altLang="en-US" sz="2800"/>
              <a:t>学生提交报告</a:t>
            </a:r>
            <a:endParaRPr lang="zh-CN" altLang="en-US" sz="2800"/>
          </a:p>
          <a:p>
            <a:pPr lvl="1"/>
            <a:r>
              <a:rPr lang="zh-CN" altLang="en-US" sz="2520"/>
              <a:t>以小组为单位</a:t>
            </a:r>
            <a:endParaRPr lang="zh-CN" altLang="en-US" sz="2520"/>
          </a:p>
          <a:p>
            <a:pPr lvl="1"/>
            <a:r>
              <a:rPr lang="zh-CN" altLang="en-US" sz="2520"/>
              <a:t>通过云课堂提交</a:t>
            </a:r>
            <a:endParaRPr lang="zh-CN" altLang="en-US" sz="2520"/>
          </a:p>
          <a:p>
            <a:pPr lvl="1"/>
            <a:r>
              <a:rPr lang="zh-CN" altLang="en-US" sz="2520"/>
              <a:t>全部文件打为</a:t>
            </a:r>
            <a:r>
              <a:rPr lang="en-US" altLang="zh-CN" sz="2520"/>
              <a:t>zip</a:t>
            </a:r>
            <a:r>
              <a:rPr lang="zh-CN" altLang="en-US" sz="2520"/>
              <a:t>包，文件名为</a:t>
            </a:r>
            <a:r>
              <a:rPr lang="en-US" altLang="zh-CN" sz="2520"/>
              <a:t>“</a:t>
            </a:r>
            <a:r>
              <a:rPr lang="zh-CN" altLang="en-US" sz="2520"/>
              <a:t>第</a:t>
            </a:r>
            <a:r>
              <a:rPr lang="en-US" altLang="zh-CN" sz="2520"/>
              <a:t>1</a:t>
            </a:r>
            <a:r>
              <a:rPr lang="zh-CN" altLang="en-US" sz="2520"/>
              <a:t>次作业</a:t>
            </a:r>
            <a:r>
              <a:rPr lang="en-US" altLang="zh-CN" sz="2520"/>
              <a:t>-</a:t>
            </a:r>
            <a:r>
              <a:rPr lang="zh-CN" altLang="en-US" sz="2520"/>
              <a:t>组号</a:t>
            </a:r>
            <a:r>
              <a:rPr lang="en-US" altLang="zh-CN" sz="2520"/>
              <a:t>.zip”</a:t>
            </a:r>
            <a:endParaRPr lang="zh-CN" altLang="en-US" sz="2520"/>
          </a:p>
          <a:p>
            <a:pPr lvl="0"/>
            <a:r>
              <a:rPr lang="zh-CN" altLang="en-US" sz="2800"/>
              <a:t>第</a:t>
            </a:r>
            <a:r>
              <a:rPr lang="en-US" altLang="zh-CN" sz="2800"/>
              <a:t>8</a:t>
            </a:r>
            <a:r>
              <a:rPr lang="zh-CN" altLang="en-US" sz="2800"/>
              <a:t>周（</a:t>
            </a:r>
            <a:r>
              <a:rPr lang="en-US" altLang="zh-CN" sz="2800">
                <a:sym typeface="+mn-ea"/>
              </a:rPr>
              <a:t>4</a:t>
            </a:r>
            <a:r>
              <a:rPr lang="zh-CN" altLang="en-US" sz="2800">
                <a:sym typeface="+mn-ea"/>
              </a:rPr>
              <a:t>月</a:t>
            </a:r>
            <a:r>
              <a:rPr lang="en-US" altLang="zh-CN" sz="2800">
                <a:sym typeface="+mn-ea"/>
              </a:rPr>
              <a:t>23</a:t>
            </a:r>
            <a:r>
              <a:rPr lang="zh-CN" altLang="en-US" sz="2800">
                <a:sym typeface="+mn-ea"/>
              </a:rPr>
              <a:t>日</a:t>
            </a:r>
            <a:r>
              <a:rPr lang="zh-CN" altLang="en-US" sz="2800"/>
              <a:t>）随机选队分享与点评</a:t>
            </a:r>
            <a:endParaRPr lang="zh-CN" altLang="en-US" sz="2800"/>
          </a:p>
          <a:p>
            <a:pPr lvl="0"/>
            <a:r>
              <a:rPr lang="zh-CN" altLang="en-US" sz="2800"/>
              <a:t>学生（可以）更新报告</a:t>
            </a:r>
            <a:endParaRPr lang="zh-CN" altLang="en-US" sz="2800"/>
          </a:p>
          <a:p>
            <a:pPr lvl="0"/>
            <a:r>
              <a:rPr lang="zh-CN" altLang="en-US" sz="2800">
                <a:sym typeface="+mn-ea"/>
              </a:rPr>
              <a:t>第</a:t>
            </a:r>
            <a:r>
              <a:rPr lang="en-US" altLang="zh-CN" sz="2800">
                <a:sym typeface="+mn-ea"/>
              </a:rPr>
              <a:t>9</a:t>
            </a:r>
            <a:r>
              <a:rPr lang="zh-CN" altLang="en-US" sz="2800">
                <a:sym typeface="+mn-ea"/>
              </a:rPr>
              <a:t>周（</a:t>
            </a:r>
            <a:r>
              <a:rPr lang="en-US" altLang="zh-CN" sz="2800">
                <a:sym typeface="+mn-ea"/>
              </a:rPr>
              <a:t>4</a:t>
            </a:r>
            <a:r>
              <a:rPr lang="zh-CN" altLang="en-US" sz="2800">
                <a:sym typeface="+mn-ea"/>
              </a:rPr>
              <a:t>月</a:t>
            </a:r>
            <a:r>
              <a:rPr lang="en-US" altLang="zh-CN" sz="2800">
                <a:sym typeface="+mn-ea"/>
              </a:rPr>
              <a:t>30</a:t>
            </a:r>
            <a:r>
              <a:rPr lang="zh-CN" altLang="en-US" sz="2800">
                <a:sym typeface="+mn-ea"/>
              </a:rPr>
              <a:t>日</a:t>
            </a:r>
            <a:r>
              <a:rPr lang="zh-CN" altLang="en-US" sz="2800">
                <a:sym typeface="+mn-ea"/>
              </a:rPr>
              <a:t>）前停止提交第</a:t>
            </a:r>
            <a:r>
              <a:rPr lang="en-US" altLang="zh-CN" sz="2800">
                <a:sym typeface="+mn-ea"/>
              </a:rPr>
              <a:t>1</a:t>
            </a:r>
            <a:r>
              <a:rPr lang="zh-CN" altLang="en-US" sz="2800">
                <a:sym typeface="+mn-ea"/>
              </a:rPr>
              <a:t>次作业</a:t>
            </a:r>
            <a:endParaRPr lang="zh-CN" altLang="en-US" sz="2800">
              <a:sym typeface="+mn-ea"/>
            </a:endParaRPr>
          </a:p>
          <a:p>
            <a:pPr lvl="1"/>
            <a:r>
              <a:rPr lang="zh-CN" altLang="en-US" sz="2120"/>
              <a:t>截止时间</a:t>
            </a:r>
            <a:r>
              <a:rPr lang="en-US" altLang="zh-CN" sz="2120"/>
              <a:t>4</a:t>
            </a:r>
            <a:r>
              <a:rPr lang="zh-CN" altLang="en-US" sz="2120"/>
              <a:t>月</a:t>
            </a:r>
            <a:r>
              <a:rPr lang="en-US" altLang="zh-CN" sz="2120"/>
              <a:t>30</a:t>
            </a:r>
            <a:r>
              <a:rPr lang="zh-CN" altLang="en-US" sz="2120"/>
              <a:t>日</a:t>
            </a:r>
            <a:r>
              <a:rPr lang="en-US" altLang="zh-CN" sz="2120"/>
              <a:t>13:00</a:t>
            </a:r>
            <a:endParaRPr lang="zh-CN" altLang="en-US" sz="212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2.65,&quot;left&quot;:51,&quot;top&quot;:143.75,&quot;width&quot;:835.7}"/>
</p:tagLst>
</file>

<file path=ppt/tags/tag2.xml><?xml version="1.0" encoding="utf-8"?>
<p:tagLst xmlns:p="http://schemas.openxmlformats.org/presentationml/2006/main">
  <p:tag name="KSO_WM_DIAGRAM_VIRTUALLY_FRAME" val="{&quot;height&quot;:342.65,&quot;left&quot;:51,&quot;top&quot;:143.75,&quot;width&quot;:835.7}"/>
</p:tagLst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</Words>
  <Application>WPS 演示</Application>
  <PresentationFormat>宽屏</PresentationFormat>
  <Paragraphs>60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Arial Black</vt:lpstr>
      <vt:lpstr>微软雅黑</vt:lpstr>
      <vt:lpstr>Arial Unicode MS</vt:lpstr>
      <vt:lpstr>黑体</vt:lpstr>
      <vt:lpstr>Calibri</vt:lpstr>
      <vt:lpstr>WPS​​</vt:lpstr>
      <vt:lpstr>课前提醒</vt:lpstr>
      <vt:lpstr>课前提醒</vt:lpstr>
      <vt:lpstr>组号</vt:lpstr>
      <vt:lpstr>课前提醒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xupen</dc:creator>
  <cp:lastModifiedBy>徐鹏</cp:lastModifiedBy>
  <cp:revision>9</cp:revision>
  <dcterms:created xsi:type="dcterms:W3CDTF">2023-07-11T07:43:00Z</dcterms:created>
  <dcterms:modified xsi:type="dcterms:W3CDTF">2026-04-15T10:17:35Z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3B6D4A33445E409A97EA010CAA51A745_11</vt:lpwstr>
  </property>
</Properties>
</file>